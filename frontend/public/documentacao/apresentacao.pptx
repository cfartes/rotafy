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Apresente a jornada integrada: cadastro, planejamento, venda, operação e análise. Os recursos descritos correspondem à implementação atual; módulos futuros aparecem ao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Demonstre o fluxo em vez de apresentar apenas menus. O atendimento prepara a viagem e a equipe registra sua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a diferença entre conta Nexus e conta da empresa. O superadmin não representa uma empresa operacional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Evite apresentar o perfil Regular como um sistema completo de linhas recorrentes. A base operacional já existe; essas regras adicionais permanecem pendentes.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telefone é obrigatório para convites por WhatsApp. O e-mail permanece como identificador de login. Nos dois canais é enviado o mesmo link, não uma senha temporária.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capacidade é copiada para a saída, preservando o histórico. O mesmo veículo pode operar novamente em outros horários compatíveis.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o catálogo. O botão Atualizar com a versão atual da Rota existe nos detalhes de saídas elegíveis e exige validação e atualização dos manifestos.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Passeios nos dias 1 e 3 geram ida/volta em cada data. Circuito pode sair no dia 1, seguir no dia 3 e retornar no dia 6. Destinos separados exigem outro pacote.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Editar um catálogo não reescreve a viagem. A atualização explícita de Rota é permitida apenas dentro das regras de reservas e embarques.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consulta não bloqueia vagas. O backend confere a capacidade novamente no salvamento. A família não é dividida automaticamente entre ônibus.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passageiro usa o navegador, sem aplicativo próprio. Reemitir invalida os links anteriores e exige preparar novamente os manifestos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integrações dependem de configuração e sessão conectada. Envios incertos do OpenWA não são repetidos automaticamente; homologação real ocorre com telefone autorizado.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Biometria forte protege o acesso salvo em Android compatível. Ela não elimina a validação de permissões pelo backend. Não há versão iOS homologada nesta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Validade de até oito horas, limitada também pela sessão. Não apagar dados ou desinstalar para resolver pendências. Mudanças de outros aparelhos podem exigir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fechamento exige desembarques e sincronização. Encerramento administrativo não é apresentado como chegada física se não houver registro de chegada.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confundir deslocamentos com consumo comercial. Pacotes não duplicam famílias por etapa. O gráfico diário permite consultar os valores do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superadmin cadastra API-keys e remetente pelo painel. Planos são versionados; os demonstrativos não emitem cobrança nem integram pagamentos.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Recomende homologar a primeira jornada com usuários e telefones autorizados antes de ampliar a operação. Acesse a central de documentação sem precisar de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página pública possui código implementado, mas seu menu está desabilitado. Não apresentar como nova oferta disponível sem orientação da Nexus. O passageiro atual consulta o bilhete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Encerre abrindo uma demonstração da jornada adequada ao perfil da empresa. A central de documentação pode ser acessada no login ou no menu lateral do painel.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01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· GESTÃO DE TRANSPORTE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Sua operação,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conectada 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Painel web para gestão e atendimento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Android para motorista e guia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Bilhete individual para o passageiro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Apresentação do sistema · Edição 2026.10 · 09/10/2026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DA VENDA À CHEGADA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Uma jornada operacional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Planejar → vender → embarcar → concluir → analisar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Rotas e pacotes reutilizáveis reduzem o recadastro.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Reservas conectam famílias, lugares e deslocamentos.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e manifestos ligam o atendimento à equipe na estrada.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Chegadas e relatórios dão visibilidade ao gestor.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operação é validada por empresa, usuário, veículo e trecho.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SAAS MULTIEMPRESA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empresa tem seu espaço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Uma plataforma compartilhada, com operação segregada.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Cadastros, viagens, reservas e históricos pertencem à empresa.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Acesso definido pelo identificador da empresa e pelo perfil do usuário.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 profissional de várias empresas possui um cadastro em cada uma.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Nexus administra empresas, planos e integrações globais.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Guias e motoristas acessam somente os deslocamentos atribuídos.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DOIS PERFIS OPERACIONAIS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Turismo e transporte regular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cadastro inicial orienta a experiência da empresa.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Turismo: viagens simples, transfers e pacotes com vários destinos.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Regular: viagens simples, Rotas, frota, reservas e embarque.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Os menus turísticos ficam ocultos no perfil Regular.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Perfil operacional e plano comercial são escolhas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Recorrência automática e venda independente de segmentos ainda são etapas futuras.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EQUIPE E ACESSO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Cada pessoa, com seu papel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Administrador, atendente, motorista e guia.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Cadastro, ativação e suspensão de colaboradores.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 por e-mail, WhatsApp ou pelos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de 24 horas para definir a própria senha.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Recuperação de acesso e registro de atividades.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Motorista e guia compartilham os recursos operacionais; o guia é opcional.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FROTA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Veículos prontos para alocar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Capacidade e equipe conectadas ao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Cadastro de veículo, placa e quantidade de lugares.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Vários veículos na mesma viagem ou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Motorista e guias definidos em cada 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Conflitos de horários e capacidade verificados ao salvar.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distribuição considera quantidade de lugares; não há escolha de poltrona numerada.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ROTAS REUTILIZÁVEIS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Cadastre uma vez. Agende novamente.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Cidades, endereços, paradas e duração estimada.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UF e cidade para origem e destino.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Paradas ordenadas de embarque, desembarque ou ambos.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Somente ida ou ida e volta, com sugestão de retorno invertido.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Navegação abre o Google Maps externo.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Duração manual. Atualizar uma Rota não altera automaticamente viagens já criadas.</a:t>
            </a:r>
          </a:p>
        </p:txBody>
      </p:sp>
      <p:pic>
        <p:nvPicPr>
          <p:cNvPr id="10" name="Picture 9" descr="rotas-catalogo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005840"/>
            <a:ext cx="3200400" cy="222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PACOTES TURÍSTICOS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Passeios ou destinos em sequência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Dois formatos para simplificar o roteiro.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Passeios: cada dia retorna à mesma cidade-base.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Sequência: várias cidades, com permanência e dias livres.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Modelo com dias relativos; datas reais são definidas na saída.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Venda do pacote completo, com retorno incluído.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Exemplos: Maceió ↔ Maragogi / Gunga; ou Maceió → Fortaleza → Natal → Maceió.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09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SAÍDAS E ALOCAÇÕES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O modelo vira uma viagem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Rota ou pacote + data + horários + veículos + equipe.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Viagem simples com trecho único ou ida e volta.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de pacote com todas as etapas e chegadas previstas.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Troca de veículo e equipe entre deslocamentos do roteiro.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Filtros de situação, edição protegida, duplicação e cancelamento.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saída preserva sua versão de percurso, preço e capacidade.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VENDA E RESERVA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família inteira, com lugar garantido ao salvar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responsável, um telefone e vários passageiros.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Vender bilhete, sem abrir o cadastro da viagem.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Disponibilidade por segmento e sugestão de veículo para o grupo.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Bloqueios de 15 minutos, confirmação, cancelamento e realocação.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Importação CSV/XLSX com prévia e validação do lote.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CPF conforme roteiro e exceções; recebimento registrado manualmente como PAGO.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11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BILHETE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Um passageiro. Um link. Um QR.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mesmo bilhete em todos os trechos contratados.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Página privada com etapas, pontos, horários e veículos.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Impressão/PDF, download do QR e compartilhamento do link.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Envio do link pelo WhatsApp ao telefone da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Reemissão e revogação para todos os trechos do passageiro.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 leitura identifica o passageiro; o operador confirma o embarque.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12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COMUNICAÇÃO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A informação acompanha o cliente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OpenWA para WhatsApp. Resend para e-mails de acesso.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Confirmação, cancelamento e PAGO geram mensagens de reserva.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Resumo e link do bilhete podem ser enviados manualmente.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Convites de colaboradores por um ou dois canais.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Fila persistente e histórico de processamento.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Cada empresa usa sua sessão/número. Aceitação pelo provedor não comprova entrega/leitura.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13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ANDROID OPERACIONAL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Motorista e guia com os mesmos recursos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A viagem na mão de quem executa a operação.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Viagens atribuídas e agenda dos próximos sete dias.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QR pela câmera, lista e filtros de passageiros.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Iniciar viagem, desembarcar todos e registrar chegada.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Login biométrico opcional em aparelhos compatíveis.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APK por empresa; no perfil operacional, guia não é obrigatório.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OPERAÇÃO COM CONEXÃO INTERMITENTE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Prepare online. Registre. Sincronize.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Manifesto local e fila de ações por operador.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Preparação separada por veículo e 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Embarques e desembarques offline com manifesto válido.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Revalidação no servidor ao reconectar e revisão de conflitos.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 e chegada exigem conexão.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Dados locais pendentes não equivalem a confirmação no sistema.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CHEGADA E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Da saída ao destino, com registro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Finalização consultável por veículo e trecho.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Saída, chegada, responsável e horários registrados.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GPS pontual: coordenadas, precisão e horário da captura.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Link para consultar o ponto da chegada no Maps.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Conclusão geral após todos os veículos e etapas previstos.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Sem posição válida, registra o motivo. Este recurso não faz rastreamento contínuo.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16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7315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VISÃO GERENCIAL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731520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100" b="1">
                <a:solidFill>
                  <a:srgbClr val="0B253F"/>
                </a:solidFill>
                <a:latin typeface="Arial"/>
              </a:defRPr>
            </a:pPr>
            <a:r>
              <a:t>Indicadores para conduzir 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31520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Período, situação, veículo e viagem em uma visão integrada.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731520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Deslocamentos diários e viagens comerciais iniciadas.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Ocupação máxima confirmada por veículo/deslocamento.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Valores confirmados, PAGO, ticket médio e produtos vendidos.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Baixa ocupação, presença, franquia e exportação CSV.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Valores nominais e marcação manual; não representam conciliação bancária, fluxo de caixa ou lucro.</a:t>
            </a:r>
          </a:p>
        </p:txBody>
      </p:sp>
      <p:pic>
        <p:nvPicPr>
          <p:cNvPr id="10" name="Picture 9" descr="visao-gerencial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4701" y="1005840"/>
            <a:ext cx="2813076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17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ADMINISTRAÇÃO DA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Nexus no controle do SaaS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Empresas, planos, assinaturas e integrações.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Basic, Professional, Enterprise e planos adicionais configuráveis.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Franquia mensal, mensalidade e valor da unidade extra.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Uma viagem simples = uma unidade; pacote = destinos comerciais.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Cancelamento estorna o consumo no ciclo original.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Quatro destinos = quatro unidades, sem acréscimo por retorno, paradas ou quantidade de veículos.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18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PRIMEIRA OPERAÇÃO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Comece por uma saída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Um roteiro simples para colocar a equipe em funcionamento.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1 · Empresa, plano, equipe e veículo cadastrados.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2 · Rota criada e viagem agendada com equipe atribuída.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3 · Reserva confirmada, PAGO conferido e bilhete enviado.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4 · Manifesto preparado, embarque realizado e chegada registrada.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O manual traz instruções por perfil, exemplos, checklists e solução de problemas.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0B253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0B253F"/>
                </a:solidFill>
                <a:latin typeface="Arial"/>
              </a:defRPr>
            </a:pPr>
            <a:r>
              <a:t>19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0C7A76"/>
                </a:solidFill>
                <a:latin typeface="Arial"/>
              </a:defRPr>
            </a:pPr>
            <a:r>
              <a:t>DISPONIBILIDADE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0B253F"/>
                </a:solidFill>
                <a:latin typeface="Arial"/>
              </a:defRPr>
            </a:pPr>
            <a:r>
              <a:t>Escopo claro para a próxima evolução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577084"/>
                </a:solidFill>
                <a:latin typeface="Arial"/>
              </a:defRPr>
            </a:pPr>
            <a:r>
              <a:t>O que existe hoje e o que permanece no planejamento.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Hoje: gestão web, Android operacional, QR, mensagens e relatórios.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Menu oculto: página pública e integrações externas de reservas.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Futuro: app do passageiro, iOS, lembretes e rastreamento contínuo.</a:t>
            </a:r>
          </a:p>
          <a:p>
            <a:pPr>
              <a:spcAft>
                <a:spcPts val="1100"/>
              </a:spcAft>
              <a:defRPr sz="1800" b="0">
                <a:solidFill>
                  <a:srgbClr val="0B253F"/>
                </a:solidFill>
                <a:latin typeface="Arial"/>
              </a:defRPr>
            </a:pPr>
            <a:r>
              <a:t>• Futuro: pagamentos integrados, Google API e linhas recorrentes.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577084"/>
                </a:solidFill>
                <a:latin typeface="Arial"/>
              </a:defRPr>
            </a:pPr>
            <a:r>
              <a:t>Nenhum prazo futuro é prometido nesta apresentação.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274320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rotafy.  /  NEXUS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65760"/>
            <a:ext cx="11887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200" b="0">
                <a:solidFill>
                  <a:srgbClr val="FFFFFF"/>
                </a:solidFill>
                <a:latin typeface="Arial"/>
              </a:defRPr>
            </a:pPr>
            <a:r>
              <a:t>20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14400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1">
                <a:solidFill>
                  <a:srgbClr val="54D6CB"/>
                </a:solidFill>
                <a:latin typeface="Arial"/>
              </a:defRPr>
            </a:pPr>
            <a:r>
              <a:t>NEXUS ROTAFY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89888"/>
            <a:ext cx="10789920" cy="11704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Uma operação mais tranquila,</a:t>
            </a:r>
          </a:p>
          <a:p>
            <a:pPr>
              <a:spcAft>
                <a:spcPts val="11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a cada viagem.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2000" b="0">
                <a:solidFill>
                  <a:srgbClr val="C3E4EA"/>
                </a:solidFill>
                <a:latin typeface="Arial"/>
              </a:defRPr>
            </a:pPr>
            <a:r>
              <a:t>Planejamento, atendimento e equipe conectados.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10789920" cy="21945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Conheça o sistema: frotafy.nexusdataanalytics.tech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Manual e downloads: /ajuda</a:t>
            </a:r>
          </a:p>
          <a:p>
            <a:pPr>
              <a:spcAft>
                <a:spcPts val="11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• Central com HTML, PDF e apresentação editável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17920"/>
            <a:ext cx="1097280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C3E4EA"/>
                </a:solidFill>
                <a:latin typeface="Arial"/>
              </a:defRPr>
            </a:pPr>
            <a:r>
              <a:t>Nexus Data Analytics · Edição 2026.10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Rotafy — apresentação do sistema</dc:title>
  <dc:subject>Funcionalidades e funcionamento · edição 2026.10</dc:subject>
  <dc:creator>Nexus Data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