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Nexus Rotafy Painel web para gestão e atendimento Android para motorista e guia Bilhete individual para o passageiro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Planejar → vender → embarcar → concluir → analisar Rotas e pacotes reutilizáveis reduzem o recadastro. Reservas conectam famílias, lugares e deslocamentos. QR e manifestos ligam o atendimento à equipe na estrada. Chegadas e relatórios dão visibilidade ao gestor.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plataforma compartilhada, com operação segregada. Cadastros, viagens, reservas e históricos pertencem à empresa. Acesso definido pelo identificador da empresa e pelo perfil do usuário. Um profissional de várias empresas possui um cadastro em cada uma. Nexus administra empresas, planos e configurações da plataforma.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cadastro inicial orienta a experiência da empresa. Turismo: viagens simples, transfers e pacotes com vários destinos. Regular: viagens simples, Rotas, frota, reservas e embarque. Os menus turísticos ficam ocultos no perfil Regular. Perfil operacional e plano comercial são escolhas independentes.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Administrador, atendente, motorista e guia. Cadastro, ativação e suspensão de colaboradores. Convite por e-mail, WhatsApp ou pelos dois canais. Link de 24 horas para definir a própria senha. Recuperação de acesso e registro de atividades.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Capacidade e equipe conectadas ao planejamento. Cadastro de veículo, placa e quantidade de lugares. Vários veículos na mesma viagem ou deslocamento. Motorista e guias definidos em cada alocação. Conflitos de horários e capacidade verificados ao salvar.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Cidades, endereços, paradas e duração estimada. UF e cidade para origem e destino. Paradas ordenadas de embarque, desembarque ou ambos. Somente ida ou ida e volta, com sugestão de retorno invertido. Navegação abre o Google Maps externo.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formatos para simplificar o roteiro. Passeios: cada dia retorna à mesma cidade-base. Sequência: várias cidades, com permanência e dias livres. Modelo com dias relativos; datas reais são definidas na saída. Venda do pacote completo, com retorno incluído.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Rota ou pacote + data + horários + veículos + equipe. Viagem simples com trecho único ou ida e volta. Saída de pacote com todas as etapas e chegadas previstas. Troca de veículo e equipe entre deslocamentos do roteiro. Filtros de situação, edição protegida, duplicação e cancelamento.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responsável, um telefone e vários passageiros. Menu Vender bilhete, sem abrir o cadastro da viagem. Disponibilidade por segmento e sugestão de veículo para o grupo. Bloqueios de 15 minutos, confirmação, cancelamento e realocação. Importação CSV/XLSX com prévia e validação do lote.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mesmo bilhete em todos os trechos contratados. Página privada com etapas, pontos, horários e veículos. Impressão/PDF, download do QR e compartilhamento do link. Envio do link pelo WhatsApp ao telefone da reserva. Reemissão e revogação para todos os trechos do passageiro.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e e-mail aproximam sua equipe dos clientes. Confirmação, cancelamento e registro de pagamento por WhatsApp. Resumo da reserva e link do bilhete enviados pelo atendimento. Convites da equipe por WhatsApp, e-mail ou ambos. Histórico de mensagens para acompanhar o atendimento.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viagem na mão de quem executa a operação. Viagens atribuídas e agenda dos próximos sete dias. QR pela câmera, lista e filtros de passageiros. Iniciar viagem, desembarcar todos e registrar chegada. Login biométrico opcional em aparelhos compatíveis.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Lista de passageiros disponível durante o percurso. Prepare a lista do veículo antes de sair. Registre embarques e desembarques mesmo sem conexão. Sincronize os registros ao recuperar a internet. Inicie e finalize o deslocamento com conexão disponível.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Finalização consultável por veículo e trecho. Saída, chegada, responsável e horários registrados. GPS pontual: coordenadas, precisão e horário da captura. Link para consultar o ponto da chegada no Maps. Conclusão geral após todos os veículos e etapas previstos.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Período, situação, veículo e viagem em uma visão integrada. Deslocamentos diários e viagens comerciais iniciadas. Ocupação máxima confirmada por veículo/deslocamento. Valores confirmados, PAGO, ticket médio e produtos vendidos. Baixa ocupação, presença, franquia e exportação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Empresas, planos e assinaturas em um só painel. Basic, Professional, Enterprise e planos adicionais configuráveis. Franquia mensal, mensalidade e valor da unidade extra. Uma viagem simples = uma unidade; pacote = destinos comerciais. Cancelamento estorna o consumo no ciclo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roteiro simples para colocar a equipe em funcionamento. 1 · Empresa, plano, equipe e veículo cadastrados. 2 · Rota criada e viagem agendada com equipe atribuída. 3 · Reserva confirmada, PAGO conferido e bilhete enviado. 4 · Manifesto preparado, embarque realizado e chegada registrada.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preparação do roteiro à análise dos resultados. Reutilize rotas e pacotes para organizar novas saídas. Centralize passageiros, reservas e disponibilidade de lugares. Conecte atendimento, motorista e guia na mesma operação. Acompanhe ocupação, vendas e execução das viagens.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Planejamento, atendimento e equipe conectados. Conheça o sistema: rotafy.nexusdataanalytics.tech Manual e downloads: /ajuda Central com HTML, PDF e apresentação editável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01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· GESTÃO DE TRANSPORTE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Sua operação,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conectada 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Painel web para gestão e atendimento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Android para motorista e guia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Bilhete individual para o passageiro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Apresentação do sistema · Edição 2026.10 · 09/10/2026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DA VENDA À CHEGADA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Uma jornada operacional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Planejar → vender → embarcar → concluir → analisar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Rotas e pacotes reutilizáveis reduzem o recadastro.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conectam famílias, lugares e deslocamentos.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e manifestos ligam o atendimento à equipe na estrada.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Chegadas e relatórios dão visibilidade ao gestor.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operação é validada por empresa, usuário, veículo e trecho.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SAAS MULTIEMPRESA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empresa tem seu espaço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Uma plataforma compartilhada, com operação segregada.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Cadastros, viagens, reservas e históricos pertencem à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Acesso definido pelo identificador da empresa e pelo perfil do usuário.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profissional de várias empresas possui um cadastro em cada uma.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Nexus administra empresas, planos e configurações da plataforma.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Guias e motoristas acessam somente os deslocamentos atribuídos.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DOIS PERFIS OPERACIONAIS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Turismo e transporte regular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cadastro inicial orienta a experiência da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Turismo: viagens simples, transfers e pacotes com vários destinos.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Regular: viagens simples, Rotas, frota, reservas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Os menus turísticos ficam ocultos no perfil Regular.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Perfil operacional e plano comercial são escolhas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experiência organizada para cada tipo de operação.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EQUIPE E ACESSO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pessoa, com seu papel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Administrador, atendente, motorista e guia.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Cadastro, ativação e suspensão de colaboradores.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 por e-mail, WhatsApp ou pelos dois canais.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24 horas para definir a própria senha.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Recuperação de acesso e registro de atividades.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Motorista e guia compartilham os recursos operacionais; o guia é opcional.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FROTA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Veículos prontos para alocar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Capacidade e equipe conectadas ao planejamento.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 de veículo, placa e quantidade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Vários veículos na mesma viagem ou 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Motorista e guias definidos em cada alocação.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Conflitos de horários e capacidade verificados ao salvar.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distribuição considera quantidade de lugares; não há escolha de poltrona numerada.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ROTAS REUTILIZÁVEIS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Cadastre uma vez. Agende novamente.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Cidades, endereços, paradas e duração estimada.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UF e cidade para origem e destino.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Paradas ordenadas de embarque, desembarque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Somente ida ou ida e volta, com sugestão de retorno invertido.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Navegação abre o Google Maps externo.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Duração manual. Atualizar uma Rota não altera automaticamente viagens já criadas.</a:t>
            </a:r>
          </a:p>
        </p:txBody>
      </p:sp>
      <p:pic>
        <p:nvPicPr>
          <p:cNvPr id="10" name="Picture 9" descr="rotas-catalogo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05840"/>
            <a:ext cx="3200400" cy="222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PACOTES TURÍSTICOS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Passeios ou destinos em sequência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Dois formatos para simplificar o roteiro.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Passeios: cada dia retorna à mesma cidade-base.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Sequência: várias cidades, com permanência e dias livres.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Modelo com dias relativos; datas reais são definidas na saída.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Venda do pacote completo, com retorno incluído.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Exemplos: Maceió ↔ Maragogi / Gunga; ou Maceió → Fortaleza → Natal → Maceió.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SAÍDAS E ALOCAÇÕES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modelo vira uma viagem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Rota ou pacote + data + horários + veículos + equipe.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Viagem simples com trecho único ou ida e volta.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 de pacote com todas as etapas e chegadas previstas.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Troca de veículo e equipe entre deslocamentos do roteiro.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de situação, edição protegida, duplicação e cancelamento.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saída preserva sua versão de percurso, preço e capacidade.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VENDA E RESERVA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família inteira, com lugar garantido ao salvar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responsável, um telefone e vários passageiros.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Vender bilhete, sem abrir o cadastro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Disponibilidade por segmento e sugestão de veículo para o grupo.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Bloqueios de 15 minutos, confirmação, cancelamento e realocação.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Importação CSV/XLSX com prévia e validação do lote.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CPF conforme roteiro e exceções; recebimento registrado manualmente como PAGO.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 passageiro. Um link. Um QR.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mesmo bilhete em todos os trechos contratados.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Página privada com etapas, pontos, horários e veículos.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Impressão/PDF, download do QR e compartilhamento do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Envio do link pelo WhatsApp ao telefone da reserva.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Reemissão e revogação para todos os trechos do passageiro.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leitura identifica o passageiro; o operador confirma o embarque.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informação acompanha o 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WhatsApp e e-mail aproximam sua equipe dos clientes.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Confirmação, cancelamento e registro de pagamento por WhatsApp.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Resumo da reserva e link do bilhete enviados pelo atendimento.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Convites da equipe por WhatsApp, e-mail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Histórico de mensagens para acompanhar o atendimento.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administrador conecta o número da empresa por QR Code no próprio painel; cada empresa mantém sua sessão exclusiva.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ANDROID OPERACIONAL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Motorista e guia com os mesmos recursos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 viagem na mão de quem executa a operação.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Viagens atribuídas e agenda dos próximos sete dias.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pela câmera, lista e filtros de passageiros.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Iniciar viagem, desembarcar todos e registrar chegada.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Login biométrico opcional em aparelhos compatíveis.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APK por empresa; no perfil operacional, guia não é obrigatório.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OPERAÇÃO COM CONEXÃO INTERMITENTE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Prepare online. Registre. Sincronize.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Lista de passageiros disponível durante 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Prepare a lista do veículo antes de sair.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Registre embarques e desembarques mesmo sem conexão.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Sincronize os registros ao recuperar a internet.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Inicie e finalize o deslocamento com conexão disponível.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Dados locais pendentes não equivalem a confirmação no sistema.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CHEGADA E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Da saída ao destino, com registro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Finalização consultável por veículo e trecho.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Saída, chegada, responsável e horários registrados.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GPS pontual: coordenadas, precisão e horário da captura.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para consultar o ponto da chegada no Maps.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Conclusão geral após todos os veículos e etapas previstos.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registro da chegada fica disponível nos detalhes da viagem.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VISÃO GERENCIAL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Indicadores para conduzir 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Período, situação, veículo e viagem em uma visão integrada.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Deslocamentos diários e viagens comerciais iniciadas.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Ocupação máxima confirmada por veículo/deslocamento.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Valores confirmados, PAGO, ticket médio e produtos vendidos.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Baixa ocupação, presença, franquia e exportação CSV.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Valores nominais e marcação manual; não representam conciliação bancária, fluxo de caixa ou lucro.</a:t>
            </a:r>
          </a:p>
        </p:txBody>
      </p:sp>
      <p:pic>
        <p:nvPicPr>
          <p:cNvPr id="10" name="Picture 9" descr="visao-gerencial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4701" y="1005840"/>
            <a:ext cx="2813076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ADMINISTRAÇÃO DA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Nexus no controle do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Empresas, planos e assinaturas em um só painel.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Basic, Professional, Enterprise e planos adicionais configuráveis.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Teste inicial, setup separado e mensalidade após cada ciclo de 30 dias, com confirmação automática por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Uma viagem simples = uma unidade; pacote = destinos comerciais.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Cancelamento estorna o consumo no ciclo original.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Quatro destinos = quatro unidades, sem acréscimo por retorno, paradas ou quantidade de veículos.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PRIMEIRA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Comece por uma saída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roteiro simples para colocar a equipe em funcionamento.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1 · Empresa, plano, equipe e veículo cadastrados.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2 · Rota criada e viagem agendada com equipe atribuída.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3 · Reserva confirmada, PAGO conferido e bilhete enviado.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4 · Manifesto preparado, embarque realizado e chegada registrada.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manual traz instruções por perfil, exemplos, checklists e solução de problemas.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VALOR PARA SUA 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Mais organização em cada etapa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Da preparação do roteiro à análise dos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Reutilize rotas e pacotes para organizar novas saídas.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Centralize passageiros, reservas e disponibilidade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Conecte atendimento, motorista e guia na mesma operação.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Acompanhe ocupação, vendas e execução das viagens.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visão compartilhada para tomar decisões com mais clareza.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20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Uma operação mais tranquila,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Planejamento, atendimento e equipe conectados.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Conheça o sistema: rotafy.nexusdataanalytics.tech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Manual e downloads: /ajuda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Central com HTML, PDF e apresentação editável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Nexus Data Analytics · Edição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Rotafy — apresentação do sistema</dc:title>
  <dc:subject>Funcionalidades e funcionamento · edição 2026.10</dc:subject>
  <dc:creator>Nexus Data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