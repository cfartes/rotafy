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Nexus Rotafy Painel web para gestão e atendimento Android para motorista e guia Bilhete individual para o passageiro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Planejar → vender → embarcar → concluir → analisar Rotas e pacotes reutilizáveis reduzem o recadastro. Reservas conectam famílias, lugares e deslocamentos. QR e manifestos ligam o atendimento à equipe na estrada. Chegadas e relatórios dão visibilidade ao gestor.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plataforma compartilhada, com operação segregada. Cadastros, viagens, reservas e históricos pertencem à empresa. Acesso definido pelo identificador da empresa e pelo perfil do usuário. Um profissional de várias empresas possui um cadastro em cada uma. Nexus administra empresas, planos e configurações da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cadastro inicial orienta a experiência da empresa. Turismo: viagens simples, transfers e pacotes com vários destinos. Regular: viagens simples, Rotas, frota, reservas e embarque. Os menus turísticos ficam ocultos no perfil Regular. Perfil operacional e plano comercial são escolhas independentes.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Administrador, atendente, motorista e guia. Cadastro, ativação e suspensão de colaboradores. Convite por e-mail, WhatsApp ou pelos dois canais. Link de 24 horas para definir a própria senha. Recuperação de acesso e registro de atividades.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e equipe conectadas ao planejamento. Cadastro de veículo, placa e quantidade de lugares. Vários veículos na mesma viagem ou deslocamento. Motorista e guias definidos em cada alocação. Conflitos de horários e capacidade verificados ao salvar.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Cidades, endereços, paradas e duração estimada. UF e cidade para origem e destino. Paradas ordenadas de embarque, desembarque ou ambos. Somente ida ou ida e volta, com sugestão de retorno invertido. Navegação abre o Google Maps externo.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formatos para simplificar o roteiro. Passeios: cada dia retorna à mesma cidade-base. Sequência: várias cidades, com permanência e dias livres. Modelo com dias relativos; datas reais são definidas na saída. Venda do pacote completo, com retorno incluído.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Rota ou pacote + data + horários + veículos + equipe. Viagem simples com trecho único ou ida e volta. Saída de pacote com todas as etapas e chegadas previstas. Troca de veículo e equipe entre deslocamentos do roteiro. Filtros de situação, edição protegida, duplicação e cancelamento.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responsável, um telefone e vários passageiros. Menu Vender bilhete, sem abrir o cadastro da viagem. Disponibilidade por segmento e sugestão de veículo para o grupo. Bloqueios de 15 minutos, confirmação, cancelamento e realocação. Importação CSV/XLSX com prévia e validação do lote.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mesmo bilhete em todos os trechos contratados. Página privada com etapas, pontos, horários e veículos. Impressão/PDF, download do QR e compartilhamento do link. Envio do link pelo WhatsApp ao telefone da reserva. Reemissão e revogação para todos os trechos do passageiro.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e e-mail aproximam sua equipe dos clientes. Confirmação, cancelamento e registro de pagamento por WhatsApp. Resumo da reserva e link do bilhete enviados pelo atendimento. Convites da equipe por WhatsApp, e-mail ou ambos. Histórico de mensagens para acompanhar o atendimento.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viagem na mão de quem executa a operação. Viagens atribuídas e agenda dos próximos sete dias. QR pela câmera, lista e filtros de passageiros. Iniciar viagem, desembarcar todos e registrar chegada. Login biométrico opcional em aparelhos compatíveis.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Lista de passageiros disponível durante o percurso. Prepare a lista do veículo antes de sair. Registre embarques e desembarques mesmo sem conexão. Sincronize os registros ao recuperar a internet. Inicie e finalize o deslocamento com conexão disponível.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Finalização consultável por veículo e trecho. Saída, chegada, responsável e horários registrados. GPS pontual: coordenadas, precisão e horário da captura. Link para consultar o ponto da chegada no Maps. Conclusão geral após todos os veículos e etapas previstos.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Período, situação, veículo e viagem em uma visão integrada. Deslocamentos diários e viagens comerciais iniciadas. Ocupação máxima confirmada por veículo/deslocamento. Valores confirmados, PAGO, ticket médio e produtos vendidos. Baixa ocupação, presença, franquia e exportação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Empresas, planos e assinaturas em um só painel. Basic, Professional, Enterprise e planos adicionais configuráveis. Franquia mensal, mensalidade e valor da unidade extra. Uma viagem simples = uma unidade; pacote = destinos comerciais. Cancelamento estorna o consumo no ciclo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roteiro simples para colocar a equipe em funcionamento. 1 · Empresa, plano, equipe e veículo cadastrados. 2 · Rota criada e viagem agendada com equipe atribuída. 3 · Reserva confirmada, PAGO conferido e bilhete enviado. 4 · Manifesto preparado, embarque realizado e chegada registrada.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preparação do roteiro à análise dos resultados. Reutilize rotas e pacotes para organizar novas saídas. Centralize passageiros, reservas e disponibilidade de lugares. Conecte atendimento, motorista e guia na mesma operação. Acompanhe ocupação, vendas e execução das viagens.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Planejamento, atendimento e equipe conectados. Conheça o sistema: rotafy.nexusdataanalytics.tech Manual e downloads: /ajuda Central com HTML, PDF e apresentação editável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09/10/2026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configurações da plataforma.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experiência organizada para cada tipo de operação.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guias definidos em cada 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inteira, com lugar garantido ao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Bloqueios de 15 minutos, confirmação, cancelamento e realocação.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Importação CSV/XLSX com prévia e validação do lote.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WhatsApp e e-mail aproximam sua equipe dos clientes.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registro de pagamento por WhatsApp.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Resumo da reserva e link do bilhete enviados pelo atendimento.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Convites da equipe por WhatsApp, e-mail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Histórico de mensagens para acompanhar o atendimento.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Cada empresa se comunica com seus clientes pelo próprio número.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Lista de passageiros disponível durante 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Prepare a lista do veículo antes de sair.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Registre embarques e desembarques mesmo sem conexão.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Sincronize os registros ao recuperar a internet.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Inicie e finalize o deslocamento com conexão disponível.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registro da chegada fica disponível nos detalhes da viagem.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4701" y="1005840"/>
            <a:ext cx="281307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 e assinaturas em um só painel.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Teste inicial, setup separado e mensalidade após cada ciclo de 30 dias, com confirmação automática por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VALOR PARA SUA 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Mais organização em cada etapa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Da preparação do roteiro à análise dos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Reutilize rotas e pacotes para organizar novas saídas.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Centralize passageiros, reservas e disponibilidade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Conecte atendimento, motorista e guia na mesma operação.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Acompanhe ocupação, vendas e execução das viagens.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Uma visão compartilhada para tomar decisões com mais clareza.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