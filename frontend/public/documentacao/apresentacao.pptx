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Motorista e guias definidos em cada alocação. Conflitos de horários e capacidade verificados ao salvar.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Importação CSV/XLSX com prévia e validação do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Resumo da reserva e link do bilhete enviados pelo atendimento. Convites da equipe por WhatsApp, e-mail ou ambos. Histórico de mensagens para acompanhar o atendimento.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Franquia mensal, mensalidade e valor da unidade extra. Uma viagem simples = uma unidade; pacote = destinos comerciais. Cancelamento estorna o consumo no ciclo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09/10/2026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guias definidos em cada 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Importação CSV/XLSX com prévia e validação do lote.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Resumo da reserva e link do bilhete enviados pelo atendimento.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Convites da equipe por WhatsApp, e-mail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Histórico de mensagens para acompanhar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Cada empresa se comunica com seus clientes pelo próprio número.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Franquia mensal, mensalidade e valor da unidade extra.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