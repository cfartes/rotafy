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 Apresentação do sistema · Edição 2026.10 · 22/10/2026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 A operação é validada por empresa, usuário, veículo e trecho.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 Guias e motoristas acessam somente os deslocamentos atribuídos.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 Uma experiência organizada para cada tipo de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 Motorista e guia compartilham os recursos operacionais; o guia é opcional.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Mais de um motorista e guia podem acompanhar o mesmo veículo. Conflitos de horários e capacidade verificados ao salvar. A distribuição considera quantidade de lugares; não há escolha de poltrona numerada.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 Duração manual. Atualizar uma Rota não altera automaticamente viagens já criadas.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 Exemplos: Maceió ↔ Maragogi / Gunga; ou Maceió → Fortaleza → Natal → Maceió.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 A saída preserva sua versão de percurso, preço e capacidade.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Bloqueios de 15 minutos, confirmação, cancelamento e realocação. Hotel ou endereço de embarque disponível para motorista e guia. CPF conforme roteiro e exceções; recebimento registrado manualmente como 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 A leitura identifica o passageiro; o operador confirma o embarque.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Conversas, respostas e anexos diretamente no painel da empresa. Menu numerado personalizado com reserva, veículo e embarque. Atendimento humano com pausa das respostas automáticas. O administrador conecta o número da empresa por QR Code no próprio painel; cada empresa mantém sua sessão exclusiva.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 APK por empresa; no perfil operacional, guia não é obrigatório.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 Dados locais pendentes não equivalem a confirmação no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 O registro da chegada fica disponível nos detalhes da viagem.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 Valores nominais e marcação manual; não representam conciliação bancária, fluxo de caixa ou lucro.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Teste inicial, setup separado e mensalidade após cada ciclo de 30 dias, com confirmação automática por link. Uma viagem simples = uma unidade; pacote = destinos comerciais. Cancelamento estorna o consumo no ciclo original. Quatro destinos = quatro unidades, sem acréscimo por retorno, paradas ou quantidade de veículos.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 O manual traz instruções por perfil, exemplos, checklists e solução de problemas.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 Uma visão compartilhada para tomar decisões com mais clareza.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Informações úteis no próprio WhatsApp. Qualquer texto abre um menu com saudação personalizada. O passageiro consulta seus bilhetes, reserva, veículo e embarque. A equipe assume a conversa quando necessário. O atendimento automático encerra após dez minutos de inatividade. A consulta utiliza o telefone vinculado à reserva.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Ative o envio automático antes do primeiro embarque. Reservas confirmadas entram na fila até 24 horas antes. Um bilhete por passageiro, válido para todos os trechos contratados. Intervalo configurado pela Nexus (padrão: 30 segundos) entre os envios automáticos. O envio manual permanece disponível para o atendimento. A entrada na fila não garante o horário exato de entrega; acompanhe os envios.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Rastreamento e avisos configuráveis pela empresa. Posições do celular responsável coletadas a cada cinco minutos. Mapa com última posição e trilha das amostras durante o trecho. Aviso de proximidade para embarques confirmados no mapa. Lembrete de saída na ida e na volta pelo WhatsApp. Localização aproximada; depende de conexão, GPS e permissões.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Contrato, valores e vencimentos no mesmo ambiente. Leitura e download do contrato antes do aceite por confirmação de e-mail. Plano e valores preservados no documento; mudanças exigem novo aceite. Financeiro com valor previsto, próximo vencimento e situação. Link de pagamento e confirmação automática após aprovação. O setup é separado; a mensalidade é cobrada ao final do ciclo de 30 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Módulos adequados ao que a empresa precisa. WhatsApp e bilhetes podem complementar um sistema de vendas parceiro. Dados sincronizados apoiam a comunicação e a operação da viagem. Motorista e guia registram embarque e desembarque no Android. Permissões por empresa e credenciais de integração controladas. O conjunto de módulos depende da configuração da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NPS diferencia o retorno para promotores, neutros e detratores. Avaliações negativas chegam à equipe de qualidade no app; os relatórios preservam as notas e os comentários.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 Nexus Data Analytics · Edição 2026.10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22/10/2026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Mais de um motorista e guia podem acompanhar o mesmo veículo.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inteira, com lugar garantido ao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Bloqueios de 15 minutos, confirmação, cancelamento e realocação.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Hotel ou endereço de embarque disponível para motorista e guia.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Conversas, respostas e anexos diretamente no painel da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numerado personalizado com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Atendimento humano com horários informados e pausa da automação.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administrador conecta o número da empresa por QR Code no próprio painel; cada empresa mantém sua sessão exclusiva.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4701" y="1005840"/>
            <a:ext cx="281307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Teste inicial, setup separado e mensalidade após cada ciclo de 30 dias, com confirmação automática por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ATENDIMENTO MAIS ÁGIL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passageiro pergunta.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empresa acompanha.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Informações úteis no próprio WhatsApp.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Qualquer texto abre um menu com saudação personalizada.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passageiro consulta seus bilhetes,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 equipe assume a conversa quando necessário.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atendimento automático encerra após dez minutos de inatividade.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consulta utiliza o telefone vinculado à reserva.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NA HORA DE 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Envio antecipado,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 acompanhamento.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Ative o envio automático antes do primeiro embarque.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confirmadas entram na fila até 24 horas antes.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bilhete por passageiro, válido para todos os trechos contratados.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Intervalo configurado pela Nexus (padrão: 30 segundos) entre os envios automáticos.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envio manual permanece disponível para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entrada na fila não garante o horário exato de entrega; acompanhe os envios.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VISIBILIDADE DA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Acompanhe o veículo.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Oriente o passageiro.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Rastreamento e avisos configuráveis pela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Posições do celular responsável coletadas a cada cinco minutos.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Mapa com última posição e trilha das amostras durante o trecho.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Aviso de proximidade para embarques confirmados no mapa.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Lembrete de saída na ida e na volta pelo WhatsApp.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Localização aproximada; depende de conexão, GPS e permissões.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GESTÃO DA ASSINATURA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Condições claras,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pagamento acompanhado.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Contrato, valores e vencimentos no mesmo ambiente.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Leitura e download do contrato antes do aceite por confirmação de e-mail.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Plano e valores preservados no documento; mudanças exigem novo aceite.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Financeiro com valor previsto, próximo vencimento e situação.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pagamento e confirmação automática após aprovação.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setup é separado; a mensalidade é cobrada ao final do ciclo de 30 dias.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COMPATÍVEL COM SUA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Use o sistema completo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 integre ao seu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Módulos adequados ao que a empresa precisa.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WhatsApp e bilhetes podem complementar um sistema de vendas parceiro.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Dados sincronizados apoiam a comunicação e a operação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 registram embarque e desembarque no Android.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Permissões por empresa e credenciais de integração controladas.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conjunto de módulos depende da configuração da empresa.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 VOZ DO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Ouça. Meça.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Melhore a experiência.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NPS integrado ao atendimento e às viagens.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Pesquisa pelo WhatsApp após atendimento humano e viagem concluída.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Respostas acolhedoras conforme a nota e espaço para sugestões.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Indicadores de satisfação, promotores, neutros e detratores.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por período e viagem, com relatórios CSV e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Pesquisas habilitadas pelo administrador; cada avaliação pertence à empresa.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