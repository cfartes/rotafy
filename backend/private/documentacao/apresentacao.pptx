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Nexus Rotafy Painel web para gestão e atendimento Android para motorista e guia Bilhete individual para o passageiro Apresentação do sistema · Edição 2026.10 · 22/10/2026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Planejar → vender → embarcar → concluir → analisar Rotas e pacotes reutilizáveis reduzem o recadastro. Reservas conectam famílias, lugares e deslocamentos. QR e manifestos ligam o atendimento à equipe na estrada. Chegadas e relatórios dão visibilidade ao gestor. A operação é validada por empresa, usuário, veículo e trecho.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Uma plataforma compartilhada, com operação segregada. Cadastros, viagens, reservas e históricos pertencem à empresa. Acesso definido pelo identificador da empresa e pelo perfil do usuário. Um profissional de várias empresas possui um cadastro em cada uma. Nexus administra empresas, planos e configurações da plataforma. Guias e motoristas acessam somente os deslocamentos atribuídos. Políticas públicas e canal para solicitações de privacidade.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cadastro inicial orienta a experiência da empresa. Turismo: viagens simples, transfers e pacotes com vários destinos. Regular: viagens simples, Rotas, frota, reservas e embarque. Os menus turísticos ficam ocultos no perfil Regular. Perfil operacional e plano comercial são escolhas independentes. Uma experiência organizada para cada tipo de operação.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Administrador, atendente, motorista e guia. Cadastro, ativação e suspensão de colaboradores. Convite por e-mail, WhatsApp ou pelos dois canais. Link de 24 horas para definir a própria senha. Recuperação de acesso e registro de atividades. Motorista e guia compartilham os recursos operacionais; o guia é opcional.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Capacidade e equipe conectadas ao planejamento. Cadastro de veículo, placa e quantidade de lugares. Vários veículos na mesma viagem ou deslocamento. Mais de um motorista e guia podem acompanhar o mesmo veículo. Conflitos de horários e capacidade verificados ao salvar. A distribuição considera quantidade de lugares; não há escolha de poltrona numerada.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Cidades, endereços, paradas e duração estimada. UF e cidade para origem e destino. Paradas ordenadas de embarque, desembarque ou ambos. Somente ida ou ida e volta, com sugestão de retorno invertido. Navegação abre o Google Maps externo. Duração manual. Atualizar uma Rota não altera automaticamente viagens já criadas.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Dois formatos para simplificar o roteiro. Passeios: cada dia retorna à mesma cidade-base. Sequência: várias cidades, com permanência e dias livres. Modelo com dias relativos; datas reais são definidas na saída. Venda do pacote completo, com retorno incluído. Exemplos: Maceió ↔ Maragogi / Gunga; ou Maceió → Fortaleza → Natal → Maceió.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Rota ou pacote + data + horários + veículos + equipe. Viagem simples com trecho único ou ida e volta. Saída de pacote com todas as etapas e chegadas previstas. Troca de veículo e equipe entre deslocamentos do roteiro. Filtros de situação, edição protegida, duplicação e cancelamento. A saída preserva sua versão de percurso, preço e capacidade.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responsável, um telefone e vários passageiros. Menu Vender bilhete, sem abrir o cadastro da viagem. Disponibilidade por segmento e sugestão de veículo para o grupo. Cancelamentos com alternativas de viagem e crédito revisado pela equipe. Hotel ou endereço de embarque disponível para motorista e guia. CPF conforme roteiro e exceções; recebimento registrado manualmente como PAGO.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mesmo bilhete em todos os trechos contratados. Página privada com etapas, pontos, horários e veículos. Impressão/PDF, download do QR e compartilhamento do link. Envio do link pelo WhatsApp ao telefone da reserva. Reemissão e revogação para todos os trechos do passageiro. A leitura identifica o passageiro; o operador confirma o embarque.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WhatsApp e e-mail aproximam sua equipe dos clientes. Confirmação, cancelamento e registro de pagamento por WhatsApp. Conversas, respostas e anexos diretamente no painel da empresa. Menu numerado personalizado com reserva, veículo e embarque. Atendimento humano com pausa das respostas automáticas. O administrador conecta o número da empresa por QR Code no próprio painel; cada empresa mantém sua sessão exclusiva.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viagem na mão de quem executa a operação. Viagens atribuídas e agenda dos próximos sete dias. QR pela câmera, lista e filtros de passageiros. Iniciar viagem, desembarcar todos e registrar chegada. Login biométrico opcional em aparelhos compatíveis. APK por empresa; no perfil operacional, guia não é obrigatório.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Lista de passageiros disponível durante o percurso. Prepare a lista do veículo antes de sair. Registre embarques e desembarques mesmo sem conexão. Sincronize os registros ao recuperar a internet. Inicie e finalize o deslocamento com conexão disponível. Dados locais pendentes não equivalem a confirmação no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Finalização consultável por veículo e trecho. Saída, chegada, responsável e horários registrados. GPS pontual: coordenadas, precisão e horário da captura. Link para consultar o ponto da chegada no Maps. Conclusão geral após todos os veículos e etapas previstos. O registro da chegada fica disponível nos detalhes da viagem.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Período, situação, veículo e viagem em uma visão integrada. Deslocamentos diários e viagens comerciais iniciadas. Ocupação máxima confirmada por veículo/deslocamento. Valores confirmados, PAGO, ticket médio e produtos vendidos. Baixa ocupação, presença, franquia e exportação CSV. Valores nominais e marcação manual; não representam conciliação bancária, fluxo de caixa ou lucro.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Empresas, planos e assinaturas em um só painel. Basic, Professional, Enterprise e planos adicionais configuráveis. Teste inicial, setup separado e mensalidade após cada ciclo de 30 dias, com confirmação automática por link. Uma viagem simples = uma unidade; pacote = destinos comerciais. Cancelamento estorna o consumo no ciclo original. Quatro destinos = quatro unidades, sem acréscimo por retorno, paradas ou quantidade de veículos.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roteiro simples para colocar a equipe em funcionamento. 1 · Empresa, plano, equipe e veículo cadastrados. 2 · Rota criada e viagem agendada com equipe atribuída. 3 · Reserva confirmada, PAGO conferido e bilhete enviado. 4 · Manifesto preparado, embarque realizado e chegada registrada. O manual traz instruções por perfil, exemplos, checklists e solução de problemas.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 preparação do roteiro à análise dos resultados. Reutilize rotas e pacotes para organizar novas saídas. Centralize passageiros, reservas e disponibilidade de lugares. Conecte atendimento, motorista e guia na mesma operação. Acompanhe ocupação, vendas e execução das viagens. Uma visão compartilhada para tomar decisões com mais clareza.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Informações úteis no próprio WhatsApp. Qualquer texto abre um menu com saudação personalizada. O passageiro consulta seus bilhetes, reserva, veículo e embarque. A equipe assume a conversa quando necessário. O atendimento automático encerra após dez minutos de inatividade. A consulta utiliza o telefone vinculado à reserva.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Ative o envio automático antes do primeiro embarque. Reservas confirmadas entram na fila até 24 horas antes. Um bilhete por passageiro, válido para todos os trechos contratados. Intervalo configurado pela Nexus (padrão: 30 segundos) entre os envios automáticos. O envio manual permanece disponível para o atendimento. A entrada na fila não garante o horário exato de entrega; acompanhe os envios.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Rastreamento e avisos configuráveis pela empresa. Posições do celular responsável coletadas a cada cinco minutos. Mapa com última posição e trilha das amostras durante o trecho. Aviso de proximidade para embarques confirmados no mapa. Lembrete de saída na ida e na volta pelo WhatsApp. Localização aproximada; depende de conexão, GPS e permissões.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Contrato, valores e vencimentos no mesmo ambiente. Leitura e download do contrato antes do aceite por confirmação de e-mail. Plano e valores preservados no documento; mudanças exigem novo aceite. Financeiro com valor previsto, próximo vencimento e situação. Link de pagamento e confirmação automática após aprovação. O setup é separado; a mensalidade é cobrada ao final do ciclo de 30 dias.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Módulos adequados ao que a empresa precisa. WhatsApp e bilhetes podem complementar um sistema de vendas parceiro. Dados sincronizados apoiam a comunicação e a operação da viagem. Motorista e guia registram embarque e desembarque no Android. Permissões por empresa e credenciais de integração controladas. O conjunto de módulos depende da configuração da empresa.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NPS diferencia o retorno para promotores, neutros e detratores. Avaliações negativas chegam à equipe de qualidade no app; os relatórios preservam as notas e os comentários.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Planejamento, atendimento e equipe conectados. Conheça o sistema: rotafy.nexusdataanalytics.tech Manual e downloads: /ajuda Central com HTML, PDF e apresentação editável Nexus Data Analytics · Edição 2026.10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01 /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54D6CB"/>
                </a:solidFill>
                <a:latin typeface="Arial"/>
              </a:defRPr>
            </a:pPr>
            <a:r>
              <a:t>NEXUS · GESTÃO DE TRANSPORTE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Sua operação,</a:t>
            </a:r>
          </a:p>
          <a:p>
            <a:pPr>
              <a:spcAft>
                <a:spcPts val="11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conectada a cada viagem.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C3E4EA"/>
                </a:solidFill>
                <a:latin typeface="Arial"/>
              </a:defRPr>
            </a:pPr>
            <a:r>
              <a:t>Nexus Rotafy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• Painel web para gestão e atendimento</a:t>
            </a:r>
          </a:p>
          <a:p>
            <a:pPr>
              <a:spcAft>
                <a:spcPts val="11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• Android para motorista e guia</a:t>
            </a:r>
          </a:p>
          <a:p>
            <a:pPr>
              <a:spcAft>
                <a:spcPts val="11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• Bilhete individual para o passageiro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C3E4EA"/>
                </a:solidFill>
                <a:latin typeface="Arial"/>
              </a:defRPr>
            </a:pPr>
            <a:r>
              <a:t>Apresentação do sistema · Edição 2026.10 · 22/10/2026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02 /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DA VENDA À CHEGADA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Uma jornada operacional completa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Planejar → vender → embarcar → concluir → analisar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Rotas e pacotes reutilizáveis reduzem o recadastro.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Reservas conectam famílias, lugares e deslocamentos.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QR e manifestos ligam o atendimento à equipe na estrada.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Chegadas e relatórios dão visibilidade ao gestor.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A operação é validada por empresa, usuário, veículo e trecho.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03 /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SAAS MULTIEMPRESA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Cada empresa tem seu espaço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Uma plataforma compartilhada, com operação segregada.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Cadastros, viagens, reservas e históricos pertencem à empresa.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Acesso definido pelo identificador da empresa e pelo perfil do usuário.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Um profissional de várias empresas possui um cadastro em cada uma.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Nexus administra empresas, planos e configurações da plataforma.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Políticas públicas e canal para solicitações de privacidade.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Guias e motoristas acessam somente os deslocamentos atribuídos.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04 /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DOIS PERFIS OPERACIONAIS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Turismo e transporte regular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O cadastro inicial orienta a experiência da empresa.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Turismo: viagens simples, transfers e pacotes com vários destinos.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Regular: viagens simples, Rotas, frota, reservas e embarque.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Os menus turísticos ficam ocultos no perfil Regular.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Perfil operacional e plano comercial são escolhas independentes.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Uma experiência organizada para cada tipo de operação.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05 /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EQUIPE E ACESSO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Cada pessoa, com seu papel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Administrador, atendente, motorista e guia.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Cadastro, ativação e suspensão de colaboradores.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Convite por e-mail, WhatsApp ou pelos dois canais.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Link de 24 horas para definir a própria senha.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Recuperação de acesso e registro de atividades.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Motorista e guia compartilham os recursos operacionais; o guia é opcional.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06 /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FROTA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Veículos prontos para alocar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Capacidade e equipe conectadas ao planejamento.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Cadastro de veículo, placa e quantidade de lugares.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Vários veículos na mesma viagem ou deslocamento.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Mais de um motorista e guia podem acompanhar o mesmo veículo.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Conflitos de horários e capacidade verificados ao salvar.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A distribuição considera quantidade de lugares; não há escolha de poltrona numerada.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07 /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7315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ROTAS REUTILIZÁVEIS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731520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100" b="1">
                <a:solidFill>
                  <a:srgbClr val="0B253F"/>
                </a:solidFill>
                <a:latin typeface="Arial"/>
              </a:defRPr>
            </a:pPr>
            <a:r>
              <a:t>Cadastre uma vez. Agende novamente.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731520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Cidades, endereços, paradas e duração estimada.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73152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UF e cidade para origem e destino.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Paradas ordenadas de embarque, desembarque ou ambos.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Somente ida ou ida e volta, com sugestão de retorno invertido.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Navegação abre o Google Maps externo.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Duração manual. Atualizar uma Rota não altera automaticamente viagens já criadas.</a:t>
            </a:r>
          </a:p>
        </p:txBody>
      </p:sp>
      <p:pic>
        <p:nvPicPr>
          <p:cNvPr id="10" name="Picture 9" descr="rotas-catalogo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005840"/>
            <a:ext cx="3200400" cy="2222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08 /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PACOTES TURÍSTICOS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Passeios ou destinos em sequência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Dois formatos para simplificar o roteiro.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Passeios: cada dia retorna à mesma cidade-base.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Sequência: várias cidades, com permanência e dias livres.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Modelo com dias relativos; datas reais são definidas na saída.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Venda do pacote completo, com retorno incluído.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Exemplos: Maceió ↔ Maragogi / Gunga; ou Maceió → Fortaleza → Natal → Maceió.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09 /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SAÍDAS E ALOCAÇÕES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O modelo vira uma viagem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Rota ou pacote + data + horários + veículos + equipe.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Viagem simples com trecho único ou ida e volta.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Saída de pacote com todas as etapas e chegadas previstas.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Troca de veículo e equipe entre deslocamentos do roteiro.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Filtros de situação, edição protegida, duplicação e cancelamento.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A saída preserva sua versão de percurso, preço e capacidade.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10 /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VENDA E RESERVA FAMILIAR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A família inteira na mesma reserva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Um responsável, um telefone e vários passageiros.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Menu Vender bilhete, sem abrir o cadastro da viagem.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Disponibilidade por segmento e sugestão de veículo para o grupo.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Cancelamentos com alternativas de viagem e crédito revisado pela equipe.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Hotel ou endereço de embarque disponível para motorista e guia.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CPF conforme roteiro e exceções; recebimento registrado manualmente como PAGO.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11 /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BILHETE INDIVIDUAL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Um passageiro. Um link. Um QR.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O mesmo bilhete em todos os trechos contratados.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Página privada com etapas, pontos, horários e veículos.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Impressão/PDF, download do QR e compartilhamento do link.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Envio do link pelo WhatsApp ao telefone da reserva.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Reemissão e revogação para todos os trechos do passageiro.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A leitura identifica o passageiro; o operador confirma o embarque.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12 /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COMUNICAÇÃO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A informação acompanha o cliente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WhatsApp e e-mail aproximam sua equipe dos clientes.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Confirmação, cancelamento e registro de pagamento por WhatsApp.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Conversas, respostas e anexos diretamente no painel da empresa.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Menu numerado personalizado com reserva, veículo e embarque.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Atendimento humano com horários informados e pausa da automação.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O administrador conecta o número da empresa por QR Code no próprio painel; cada empresa mantém sua sessão exclusiva.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13 /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ANDROID OPERACIONAL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Motorista e guia com os mesmos recursos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A viagem na mão de quem executa a operação.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Viagens atribuídas e agenda dos próximos sete dias.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QR pela câmera, lista e filtros de passageiros.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Iniciar viagem, desembarcar todos e registrar chegada.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Login biométrico opcional em aparelhos compatíveis.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APK por empresa; no perfil operacional, guia não é obrigatório.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14 /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OPERAÇÃO COM CONEXÃO INTERMITENTE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Prepare online. Registre. Sincronize.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Lista de passageiros disponível durante o percurso.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Prepare a lista do veículo antes de sair.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Registre embarques e desembarques mesmo sem conexão.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Sincronize os registros ao recuperar a internet.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Inicie e finalize o deslocamento com conexão disponível.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Dados locais pendentes não equivalem a confirmação no sistema.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15 /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CHEGADA E HISTÓRICO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Da saída ao destino, com registro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Finalização consultável por veículo e trecho.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Saída, chegada, responsável e horários registrados.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GPS pontual: coordenadas, precisão e horário da captura.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Link para consultar o ponto da chegada no Maps.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Conclusão geral após todos os veículos e etapas previstos.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O registro da chegada fica disponível nos detalhes da viagem.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16 /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7315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VISÃO GERENCIAL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731520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100" b="1">
                <a:solidFill>
                  <a:srgbClr val="0B253F"/>
                </a:solidFill>
                <a:latin typeface="Arial"/>
              </a:defRPr>
            </a:pPr>
            <a:r>
              <a:t>Indicadores para conduzir a operação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731520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Período, situação, veículo e viagem em uma visão integrada.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73152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Deslocamentos diários e viagens comerciais iniciadas.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Ocupação máxima confirmada por veículo/deslocamento.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Valores confirmados, PAGO, ticket médio e produtos vendidos.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Baixa ocupação, presença, franquia e exportação CSV.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Valores nominais e marcação manual; não representam conciliação bancária, fluxo de caixa ou lucro.</a:t>
            </a:r>
          </a:p>
        </p:txBody>
      </p:sp>
      <p:pic>
        <p:nvPicPr>
          <p:cNvPr id="10" name="Picture 9" descr="visao-gerencial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9805" y="1005840"/>
            <a:ext cx="2422868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17 /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ADMINISTRAÇÃO DA PLATAFORMA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Nexus no controle do SaaS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Empresas, planos e assinaturas em um só painel.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Basic, Professional, Enterprise e planos adicionais configuráveis.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Teste inicial, setup separado e mensalidade após cada ciclo de 30 dias, com confirmação automática por link.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Uma viagem simples = uma unidade; pacote = destinos comerciais.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Cancelamento estorna o consumo no ciclo original.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Quatro destinos = quatro unidades, sem acréscimo por retorno, paradas ou quantidade de veículos.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18 /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PRIMEIRA OPERAÇÃO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Comece por uma saída completa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Um roteiro simples para colocar a equipe em funcionamento.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1 · Empresa, plano, equipe e veículo cadastrados.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2 · Rota criada e viagem agendada com equipe atribuída.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3 · Reserva confirmada, PAGO conferido e bilhete enviado.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4 · Manifesto preparado, embarque realizado e chegada registrada.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O manual traz instruções por perfil, exemplos, checklists e solução de problemas.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19 /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VALOR PARA SUA EMPRESA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Mais organização em cada etapa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Da preparação do roteiro à análise dos resultados.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Reutilize rotas e pacotes para organizar novas saídas.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Centralize passageiros, reservas e disponibilidade de lugares.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Conecte atendimento, motorista e guia na mesma operação.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Acompanhe ocupação, vendas e execução das viagens.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Uma visão compartilhada para tomar decisões com mais clareza.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20 /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ATENDIMENTO MAIS ÁGIL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O passageiro pergunta.</a:t>
            </a:r>
          </a:p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A empresa acompanha.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Informações úteis no próprio WhatsApp.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Qualquer texto abre um menu com saudação personalizada.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O passageiro consulta seus bilhetes, reserva, veículo e embarque.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A equipe assume a conversa quando necessário.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O atendimento automático encerra após dez minutos de inatividade.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A consulta utiliza o telefone vinculado à reserva.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21 /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BILHETE NA HORA DE VIAJAR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Envio antecipado,</a:t>
            </a:r>
          </a:p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com acompanhamento.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Ative o envio automático antes do primeiro embarque.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Reservas confirmadas entram na fila até 24 horas antes.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Um bilhete por passageiro, válido para todos os trechos contratados.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Intervalo configurado pela Nexus (padrão: 30 segundos) entre os envios automáticos.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O envio manual permanece disponível para o atendimento.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A entrada na fila não garante o horário exato de entrega; acompanhe os envios.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22 /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VISIBILIDADE DA OPERAÇÃO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Acompanhe o veículo.</a:t>
            </a:r>
          </a:p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Oriente o passageiro.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Rastreamento e avisos configuráveis pela empresa.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Posições do celular responsável coletadas a cada cinco minutos.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Mapa com última posição e trilha das amostras durante o trecho.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Aviso de proximidade para embarques confirmados no mapa.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Lembrete de saída na ida e na volta pelo WhatsApp.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Localização aproximada; depende de conexão, GPS e permissões.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23 /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GESTÃO DA ASSINATURA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Condições claras,</a:t>
            </a:r>
          </a:p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pagamento acompanhado.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Contrato, valores e vencimentos no mesmo ambiente.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Leitura e download do contrato antes do aceite por confirmação de e-mail.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Plano e valores preservados no documento; mudanças exigem novo aceite.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Financeiro com valor previsto, próximo vencimento e situação.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Link de pagamento e confirmação automática após aprovação.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O setup é separado; a mensalidade é cobrada ao final do ciclo de 30 dias.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24 /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COMPATÍVEL COM SUA OPERAÇÃO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Use o sistema completo</a:t>
            </a:r>
          </a:p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ou integre ao seu app.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Módulos adequados ao que a empresa precisa.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WhatsApp e bilhetes podem complementar um sistema de vendas parceiro.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Dados sincronizados apoiam a comunicação e a operação da viagem.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Motorista e guia registram embarque e desembarque no Android.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Permissões por empresa e credenciais de integração controladas.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O conjunto de módulos depende da configuração da empresa.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25 /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A VOZ DO CLIENTE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Ouça. Meça.</a:t>
            </a:r>
          </a:p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Melhore a experiência.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NPS integrado ao atendimento e às viagens.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Pesquisa pelo WhatsApp após atendimento humano e viagem concluída.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Respostas acolhedoras conforme a nota e espaço para sugestões.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Indicadores de satisfação, promotores, neutros e detratores.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Filtros por período e viagem, com relatórios CSV e PDF.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Pesquisas habilitadas pelo administrador; cada avaliação pertence à empresa.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26 /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54D6CB"/>
                </a:solidFill>
                <a:latin typeface="Arial"/>
              </a:defRPr>
            </a:pPr>
            <a:r>
              <a:t>NEXUS ROTAFY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Uma operação mais tranquila,</a:t>
            </a:r>
          </a:p>
          <a:p>
            <a:pPr>
              <a:spcAft>
                <a:spcPts val="11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a cada viagem.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C3E4EA"/>
                </a:solidFill>
                <a:latin typeface="Arial"/>
              </a:defRPr>
            </a:pPr>
            <a:r>
              <a:t>Planejamento, atendimento e equipe conectados.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• Conheça o sistema: rotafy.nexusdataanalytics.tech</a:t>
            </a:r>
          </a:p>
          <a:p>
            <a:pPr>
              <a:spcAft>
                <a:spcPts val="11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• Manual e downloads: /ajuda</a:t>
            </a:r>
          </a:p>
          <a:p>
            <a:pPr>
              <a:spcAft>
                <a:spcPts val="11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• Central com HTML, PDF e apresentação editável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C3E4EA"/>
                </a:solidFill>
                <a:latin typeface="Arial"/>
              </a:defRPr>
            </a:pPr>
            <a:r>
              <a:t>Nexus Data Analytics · Edição 2026.10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Rotafy — apresentação do sistema</dc:title>
  <dc:subject>Funcionalidades e funcionamento · edição 2026.10</dc:subject>
  <dc:creator>Nexus Data Analytics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